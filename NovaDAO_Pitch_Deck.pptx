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F62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rgbClr val="4589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7315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458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NovaDAO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Market-Governed Organizations on Stellar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to Stellar Development Foundation — March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663440"/>
            <a:ext cx="2743200" cy="36576"/>
          </a:xfrm>
          <a:prstGeom prst="rect">
            <a:avLst/>
          </a:prstGeom>
          <a:solidFill>
            <a:srgbClr val="0F62F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Fundraising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Broken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0" cy="12344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94560"/>
            <a:ext cx="411480" cy="411480"/>
          </a:xfrm>
          <a:prstGeom prst="ellipse">
            <a:avLst/>
          </a:prstGeom>
          <a:solidFill>
            <a:srgbClr val="F1C21B">
              <a:alpha val="25000"/>
            </a:srgbClr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Favoritism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and insiders get preferential access, leaving retail investors behind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3840480" cy="12344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194560"/>
            <a:ext cx="411480" cy="411480"/>
          </a:xfrm>
          <a:prstGeom prst="ellipse">
            <a:avLst/>
          </a:prstGeom>
          <a:solidFill>
            <a:srgbClr val="FA4D56">
              <a:alpha val="25000"/>
            </a:srgbClr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4924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Price Pressure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float / high FDV launches create inevitable sell pressure from token unlocks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840480" cy="12344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11880"/>
            <a:ext cx="411480" cy="411480"/>
          </a:xfrm>
          <a:prstGeom prst="ellipse">
            <a:avLst/>
          </a:prstGeom>
          <a:solidFill>
            <a:srgbClr val="FA4D56">
              <a:alpha val="25000"/>
            </a:srgbClr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 Pulls &amp; Fraud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931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mechanisms — teams can vanish with raised funds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3840480" cy="12344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611880"/>
            <a:ext cx="411480" cy="411480"/>
          </a:xfrm>
          <a:prstGeom prst="ellipse">
            <a:avLst/>
          </a:prstGeom>
          <a:solidFill>
            <a:srgbClr val="5A7A9E">
              <a:alpha val="25000"/>
            </a:srgbClr>
          </a:solidFill>
          <a:ln w="12700">
            <a:solidFill>
              <a:srgbClr val="5A7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Apathy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3931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DAO governance sees &lt;5% participation rates on critical proposals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NovaDAO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fundraising and governance platform that uses prediction markets (futarchy) to make better decisions — built on Stellar.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24688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2560320" cy="5486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377440"/>
            <a:ext cx="640080" cy="64008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Launch ICOs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participation, equal pricing, community-first distribution with rug protection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03120"/>
            <a:ext cx="2560320" cy="24688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103120"/>
            <a:ext cx="2560320" cy="5486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replace voting — financial incentives ensure better decisions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560320" cy="24688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2377440"/>
            <a:ext cx="640080" cy="64008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Alignment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treasury, and token minting governed by markets — teams can't extract value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Fundraising 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3272" y="2286000"/>
            <a:ext cx="36576" cy="41148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1554480"/>
            <a:ext cx="6949440" cy="8686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XLM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participate over 4 days at equal pricing. If the raise doesn't hit minimum, everyone gets refunded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33272" y="3337560"/>
            <a:ext cx="36576" cy="41148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606040"/>
            <a:ext cx="6949440" cy="8686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Responsibly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4520" y="29718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receive monthly budgets. Larger expenditures and new token issuance require approval from decision markets.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640080" cy="640080"/>
          </a:xfrm>
          <a:prstGeom prst="ellipse">
            <a:avLst/>
          </a:prstGeom>
          <a:solidFill>
            <a:srgbClr val="78A9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45920" y="3657600"/>
            <a:ext cx="6949440" cy="8686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Together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structuring aligns tokenholders and teams. Market oversight over IP and revenue links the business to the token.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Futarchy: Bet on Beliefs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proposal, two conditional markets are created. Traders put real money behind their predictions.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18288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3840480" cy="54864"/>
          </a:xfrm>
          <a:prstGeom prst="rect">
            <a:avLst/>
          </a:prstGeom>
          <a:solidFill>
            <a:srgbClr val="42BE6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B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buy PASS tokens if they believe the proposal will </a:t>
            </a:r>
            <a:pPr indent="0" marL="0">
              <a:buNone/>
            </a:pPr>
            <a:r>
              <a:rPr lang="en-US" sz="120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project's token value.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B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price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840480" cy="18288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3840480" cy="54864"/>
          </a:xfrm>
          <a:prstGeom prst="rect">
            <a:avLst/>
          </a:prstGeom>
          <a:solidFill>
            <a:srgbClr val="FA4D5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Market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buy FAIL tokens if they believe the proposal will </a:t>
            </a:r>
            <a:pPr indent="0" marL="0">
              <a:buNone/>
            </a:pPr>
            <a:r>
              <a:rPr lang="en-US" sz="120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</a:t>
            </a:r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project's token value.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price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solidFill>
            <a:srgbClr val="0F62FE">
              <a:alpha val="15000"/>
            </a:srgbClr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PASS trades 3%+ higher than FAIL (TWAP), the proposal auto-executes. No voter apathy. Pure market signal.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STELLAR?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Stellar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18872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confirmation in seconds, not minutes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840480" cy="118872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fees (~0.00001 XLM) enable frequent trading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840480" cy="118872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202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order book DEX — perfect for prediction markets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840480" cy="118872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SCP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350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Consensus Protocol — energy efficient &amp; secure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0F62FE">
              <a:alpha val="12000"/>
            </a:srgbClr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69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Soroban smart contracts — Stellar's Rust-based VM for complex on-chain logic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TAM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2801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Treasury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(2025)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2801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$55B+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(2025)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560320" cy="12801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on Stellar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vs Stellar Ecosystem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8046720" cy="1188720"/>
        </p:xfrm>
        <a:graphic>
          <a:graphicData uri="http://schemas.openxmlformats.org/drawingml/2006/table">
            <a:tbl>
              <a:tblPr/>
              <a:tblGrid>
                <a:gridCol w="2286000"/>
                <a:gridCol w="2880360"/>
                <a:gridCol w="2880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8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Futarchy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MetaDAO ($33M+)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NovaDAO (First!)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Tx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$0.02 - $0.05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by MetaDAO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MetaDAO on Solana has proven futarchy governance works. We bring this model to Stellar.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10972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$33M+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828800"/>
            <a:ext cx="1874520" cy="10972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Launched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Resolved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1874520" cy="109728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2423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NovaDAO Status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BE65"/>
                </a:solidFill>
              </a:rPr>
              <a:t>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 &amp; architecture complete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B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044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89FF"/>
                </a:solidFill>
              </a:rPr>
              <a:t>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904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smart contract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1970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89FF"/>
                </a:solidFill>
              </a:rPr>
              <a:t>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4197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 — 2,500+ early waitlist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897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89FF"/>
                </a:solidFill>
              </a:rPr>
              <a:t>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" y="44897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founding projects in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4489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Revenue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on Raises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funds raised through NovaDAO ICOs goes to the platform treasury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Fees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on every decision market trade — conditional PASS/FAIL token swaps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520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743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Futarchy-as-a-Service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futarchy governance for other Stellar DAOs and protocols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0F62FE">
              <a:alpha val="12000"/>
            </a:srgbClr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Year 1 Revenue: $800K–$1.5M (based on $30M+ platform volume)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 on Stellar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Aragon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58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Futarchy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A4D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A4D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Fundraising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A4D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(off-chain)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A4D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$2-10+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BE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(Openbook)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A4D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36576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194560"/>
            <a:ext cx="274320" cy="27432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874520" cy="19202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contracts audit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raise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74320" cy="274320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651760"/>
            <a:ext cx="1874520" cy="19202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platform 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founding projects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market V2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2194560"/>
            <a:ext cx="274320" cy="274320"/>
          </a:xfrm>
          <a:prstGeom prst="ellipse">
            <a:avLst/>
          </a:prstGeom>
          <a:solidFill>
            <a:srgbClr val="78A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1874520" cy="19202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rollout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projects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partners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1945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2651760"/>
            <a:ext cx="1874520" cy="192024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95160" y="3108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bridges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anchors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Behind NovaDAO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74520" cy="27432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783080"/>
            <a:ext cx="868680" cy="868680"/>
          </a:xfrm>
          <a:prstGeom prst="ellipse">
            <a:avLst/>
          </a:prstGeom>
          <a:solidFill>
            <a:srgbClr val="0F62FE">
              <a:alpha val="40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Ex-DeFi Protocol 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years in blockchain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874520" cy="27432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783080"/>
            <a:ext cx="868680" cy="868680"/>
          </a:xfrm>
          <a:prstGeom prst="ellipse">
            <a:avLst/>
          </a:prstGeom>
          <a:solidFill>
            <a:srgbClr val="0F62FE">
              <a:alpha val="40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[CTO Name]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3108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Core Contributor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Ex-Stellar Core Team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874520" cy="27432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57800" y="1783080"/>
            <a:ext cx="868680" cy="868680"/>
          </a:xfrm>
          <a:prstGeom prst="ellipse">
            <a:avLst/>
          </a:prstGeom>
          <a:solidFill>
            <a:srgbClr val="0F62FE">
              <a:alpha val="40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Lead]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Research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Futarchy &amp; Governance Expert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Economics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554480"/>
            <a:ext cx="1874520" cy="27432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60920" y="1783080"/>
            <a:ext cx="868680" cy="868680"/>
          </a:xfrm>
          <a:prstGeom prst="ellipse">
            <a:avLst/>
          </a:prstGeom>
          <a:solidFill>
            <a:srgbClr val="0F62FE">
              <a:alpha val="40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[BD Name]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108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Lead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Ecosystem Partnerships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Ex-SDF Programs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with SDF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58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1874520" cy="13716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0" y="1554480"/>
            <a:ext cx="502920" cy="50292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057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Grant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to fund 12 months of smart contract development, audits, and team expansion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1874520" cy="13716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0" y="1554480"/>
            <a:ext cx="502920" cy="50292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 on Stellar ecosystem page and co-marketing with SDF channels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1874520" cy="13716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3108960"/>
            <a:ext cx="502920" cy="50292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Partnership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Soroban team for integration support and protocol optimization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3017520"/>
            <a:ext cx="1874520" cy="1371600"/>
          </a:xfrm>
          <a:prstGeom prst="rect">
            <a:avLst/>
          </a:prstGeom>
          <a:solidFill>
            <a:srgbClr val="0E1D33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3108960"/>
            <a:ext cx="502920" cy="502920"/>
          </a:xfrm>
          <a:prstGeom prst="ellipse">
            <a:avLst/>
          </a:prstGeom>
          <a:solidFill>
            <a:srgbClr val="4589FF">
              <a:alpha val="25000"/>
            </a:srgbClr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611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announcement, event sponsorship, and introductions to Stellar anchors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F62F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58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decentralized governance on Stellar.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novadao.net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@NovaDAO_net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t.me/novadao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hello@novadao.net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NovaDAO —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NovaDAO — Pitch to Stellar Development Foundation</dc:title>
  <dc:subject>PptxGenJS Presentation</dc:subject>
  <dc:creator>NovaDAO</dc:creator>
  <cp:lastModifiedBy>NovaDAO</cp:lastModifiedBy>
  <cp:revision>1</cp:revision>
  <dcterms:created xsi:type="dcterms:W3CDTF">2026-03-11T00:41:00Z</dcterms:created>
  <dcterms:modified xsi:type="dcterms:W3CDTF">2026-03-11T00:41:00Z</dcterms:modified>
</cp:coreProperties>
</file>